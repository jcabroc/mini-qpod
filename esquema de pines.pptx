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47C0-4287-485A-92B1-C3276D97E32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9E2EA-B900-4FD2-A845-C6BB931309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1941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9E2EA-B900-4FD2-A845-C6BB9313094C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777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5C697-8155-E5EE-AA8A-81E40B607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99F92E-6AF4-D218-1858-09A561769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93CCC-B5C8-9D87-E8B0-8C77AC8A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2273A-8726-E460-87EC-9768ADA8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E0BEB2-1550-0936-A5CB-462D5A59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353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49D16-9937-C354-7DE1-001E3BC1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D1C282-FD9B-F2C0-07C9-8307E75D0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BD4ED-2A6E-EAEC-F3AC-7C66C91C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DC398-ABD4-9326-1683-8E01F8DD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7EE4EB-BE36-6D65-5236-D9148F98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555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98E44-D765-D90B-68FC-7EA3D6F4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770F99-D5A6-0E72-5658-EA365CE9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759586-2406-CF70-8EC0-6E988B34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CE5D5-99D5-1422-BCD3-8E6590F1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FE2C7-A698-3A01-3F5A-EABD3FBF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228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B40BD-4301-66F2-EA69-2EB12B2D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96966-5B67-6BEE-A55B-BF6E285F5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ACFA6D-3E6B-1105-CADE-A9FD01DD9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8C9147-4FF6-19EE-8195-08D1622D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BB433D-9A05-9DE9-BB1C-41CF1DA0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02F3E9-CCD0-F0CF-2392-B054D3BD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407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345F4-E694-7C93-DBE2-391C40D2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74823B-400D-08AC-A7E8-49E50BED8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52FBAB-88AD-1632-5698-56038A600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0353C5-9ED4-FCB4-6081-A2E1D9834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60FB36-56F7-CC94-8124-AF97EAD68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33184B-A5A7-2049-C78B-4D45D9C4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C3103AC-1B51-AF81-597A-8AFEF26E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1AB050-D148-766A-B3E8-EBA4205B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417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E648F-18D9-E1F3-52CF-82272415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9D79B5-E479-55BA-0D3C-AC7FB19D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A92D29-2442-2C72-4866-AEAA636C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24FD7B-F697-0F28-C261-2D50C23F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72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F8A1F4-8F9A-A20F-0CE4-FFD92DB7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76140-C8B0-D08E-21F5-05E7F598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DC339B-AAB5-7548-1F4F-46A54630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442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E3CDB-103A-7612-06FB-BEC32E6C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A5984-0717-0673-608F-33FA8B90A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E2DB6B-2B02-7E21-4A9A-CAE64B3C6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B54341-3614-FB3A-423C-5081FFF9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9DA864-AE03-CD38-DD02-740B211B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C5FD54-EFAC-D709-7541-D209544D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420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970F3-12F4-680F-54D4-F2BFF1E0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9E1226-4E32-B454-5EAC-7287E1783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C49FFC-3511-F05C-F486-4479B001A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2DBB0E-5B6F-6802-847C-C8F10C2B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CA08C6-B43C-A2AC-7EBA-D3E1FC7F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F9BAB9-9FB4-3141-21F6-0D830155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08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4849D-1008-D087-18B3-86BBD931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573397-BC2D-FA14-5F45-3BE3617D5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497D04-0566-D283-648F-32A38B67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742184-DB07-8A23-08AF-300FCD7E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6CD1CA-7A14-BB66-FEE6-0CB669AB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152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0D5D00-A1C5-EED4-CDE0-3AB6578B3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9013F1-D33F-3F2E-F44D-5084C5675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3763B6-A87C-3774-586F-5D99366D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EB170-6D65-CB07-4DFF-67CE83E9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5E6B4-4107-AC59-166A-5D2EA886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28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F9DD06-B961-95B9-58C4-61AB7956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0C294-0DFC-CAAD-2917-37F30057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EE0A4-D88C-C561-172A-74FE542FB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4AD6-C9AA-4972-A45C-7BBDEB447635}" type="datetimeFigureOut">
              <a:rPr lang="es-CL" smtClean="0"/>
              <a:t>25-01-2026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8E50C3-77FB-47FE-CA97-9D530BAF1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A8F0EC-D912-A2DD-4A5E-9C70323AB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55FD6-4332-4DB7-881B-684C7F756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58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18" Type="http://schemas.openxmlformats.org/officeDocument/2006/relationships/image" Target="../media/image14.emf"/><Relationship Id="rId26" Type="http://schemas.openxmlformats.org/officeDocument/2006/relationships/image" Target="../media/image19.jpeg"/><Relationship Id="rId3" Type="http://schemas.openxmlformats.org/officeDocument/2006/relationships/image" Target="../media/image1.png"/><Relationship Id="rId21" Type="http://schemas.openxmlformats.org/officeDocument/2006/relationships/package" Target="../embeddings/Microsoft_Excel_Worksheet3.xlsx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package" Target="../embeddings/Microsoft_Excel_Worksheet1.xlsx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emf"/><Relationship Id="rId20" Type="http://schemas.openxmlformats.org/officeDocument/2006/relationships/image" Target="../media/image15.emf"/><Relationship Id="rId29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17.emf"/><Relationship Id="rId5" Type="http://schemas.openxmlformats.org/officeDocument/2006/relationships/image" Target="../media/image3.png"/><Relationship Id="rId15" Type="http://schemas.openxmlformats.org/officeDocument/2006/relationships/package" Target="../embeddings/Microsoft_Excel_Worksheet.xlsx"/><Relationship Id="rId23" Type="http://schemas.openxmlformats.org/officeDocument/2006/relationships/package" Target="../embeddings/Microsoft_Excel_Worksheet4.xlsx"/><Relationship Id="rId28" Type="http://schemas.openxmlformats.org/officeDocument/2006/relationships/image" Target="../media/image20.emf"/><Relationship Id="rId10" Type="http://schemas.openxmlformats.org/officeDocument/2006/relationships/image" Target="../media/image8.png"/><Relationship Id="rId19" Type="http://schemas.openxmlformats.org/officeDocument/2006/relationships/package" Target="../embeddings/Microsoft_Excel_Worksheet2.xlsx"/><Relationship Id="rId31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6.emf"/><Relationship Id="rId27" Type="http://schemas.openxmlformats.org/officeDocument/2006/relationships/package" Target="../embeddings/Microsoft_Excel_Worksheet5.xlsx"/><Relationship Id="rId30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FBA699-FF61-6B1B-F276-F36AD69C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878" y="74246"/>
            <a:ext cx="4169055" cy="234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duino Nano Pinout Reference - Last Minute Engineers">
            <a:extLst>
              <a:ext uri="{FF2B5EF4-FFF2-40B4-BE49-F238E27FC236}">
                <a16:creationId xmlns:a16="http://schemas.microsoft.com/office/drawing/2014/main" id="{0E488570-0F3D-7A5A-67AA-A6194318A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1"/>
          <a:stretch>
            <a:fillRect/>
          </a:stretch>
        </p:blipFill>
        <p:spPr bwMode="auto">
          <a:xfrm>
            <a:off x="6192933" y="75763"/>
            <a:ext cx="2628163" cy="227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-Depth: Interface MPU6050 Accelerometer &amp; Gyroscope Sensor ...">
            <a:extLst>
              <a:ext uri="{FF2B5EF4-FFF2-40B4-BE49-F238E27FC236}">
                <a16:creationId xmlns:a16="http://schemas.microsoft.com/office/drawing/2014/main" id="{BE53B06C-F75F-BA05-D872-8740803B0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5" r="15175" b="18658"/>
          <a:stretch>
            <a:fillRect/>
          </a:stretch>
        </p:blipFill>
        <p:spPr bwMode="auto">
          <a:xfrm>
            <a:off x="171152" y="207088"/>
            <a:ext cx="1045030" cy="77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to Control Multiple Servo Motors with a PCA9685 Module ...">
            <a:extLst>
              <a:ext uri="{FF2B5EF4-FFF2-40B4-BE49-F238E27FC236}">
                <a16:creationId xmlns:a16="http://schemas.microsoft.com/office/drawing/2014/main" id="{E24F01F6-A484-EF00-8A02-B4A76EA85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13"/>
          <a:stretch>
            <a:fillRect/>
          </a:stretch>
        </p:blipFill>
        <p:spPr bwMode="auto">
          <a:xfrm>
            <a:off x="9605748" y="145011"/>
            <a:ext cx="2357826" cy="10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terfacing NRF24L01 Wireless Transceiver Module with Arduino">
            <a:extLst>
              <a:ext uri="{FF2B5EF4-FFF2-40B4-BE49-F238E27FC236}">
                <a16:creationId xmlns:a16="http://schemas.microsoft.com/office/drawing/2014/main" id="{2C2A2146-7C84-73A9-BFCD-FE42168663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4" b="11495"/>
          <a:stretch>
            <a:fillRect/>
          </a:stretch>
        </p:blipFill>
        <p:spPr bwMode="auto">
          <a:xfrm>
            <a:off x="10004786" y="2891434"/>
            <a:ext cx="1684858" cy="126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C-SR04 Ultrasonic Distance Sensor">
            <a:extLst>
              <a:ext uri="{FF2B5EF4-FFF2-40B4-BE49-F238E27FC236}">
                <a16:creationId xmlns:a16="http://schemas.microsoft.com/office/drawing/2014/main" id="{728D476F-EC2B-3AB1-86D0-1574A61F3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3" r="11528" b="14916"/>
          <a:stretch>
            <a:fillRect/>
          </a:stretch>
        </p:blipFill>
        <p:spPr bwMode="auto">
          <a:xfrm>
            <a:off x="203924" y="951419"/>
            <a:ext cx="985843" cy="9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5C14A8D-3E17-3F9E-5B75-DC6436FDD3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35" y="3813997"/>
            <a:ext cx="1082875" cy="72811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A347731-979B-5C03-87CC-3F054AEC95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35" y="4585515"/>
            <a:ext cx="1409679" cy="432451"/>
          </a:xfrm>
          <a:prstGeom prst="rect">
            <a:avLst/>
          </a:prstGeom>
        </p:spPr>
      </p:pic>
      <p:pic>
        <p:nvPicPr>
          <p:cNvPr id="1048" name="Picture 24" descr="In-Depth: Interface DHT11 Module With Arduino">
            <a:extLst>
              <a:ext uri="{FF2B5EF4-FFF2-40B4-BE49-F238E27FC236}">
                <a16:creationId xmlns:a16="http://schemas.microsoft.com/office/drawing/2014/main" id="{F1C190E8-B6A7-9E99-94EB-32D461DFA8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5" r="21542" b="15419"/>
          <a:stretch>
            <a:fillRect/>
          </a:stretch>
        </p:blipFill>
        <p:spPr bwMode="auto">
          <a:xfrm>
            <a:off x="203924" y="1943468"/>
            <a:ext cx="782698" cy="109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Interfacing KY-031 Knock Sensor Module with Arduino - Electropeak">
            <a:extLst>
              <a:ext uri="{FF2B5EF4-FFF2-40B4-BE49-F238E27FC236}">
                <a16:creationId xmlns:a16="http://schemas.microsoft.com/office/drawing/2014/main" id="{47A44F62-1B4C-2B9D-AD9E-1A79B3B2F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7" t="29837" r="32138" b="28259"/>
          <a:stretch>
            <a:fillRect/>
          </a:stretch>
        </p:blipFill>
        <p:spPr bwMode="auto">
          <a:xfrm>
            <a:off x="171055" y="3087409"/>
            <a:ext cx="910685" cy="68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0C8C647-BBA3-75D7-5658-C869BED023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7218" y="3496021"/>
            <a:ext cx="285750" cy="4191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99E26F8-5769-3BFF-C3B4-0B17704D0C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9675" y="3485462"/>
            <a:ext cx="455839" cy="501935"/>
          </a:xfrm>
          <a:prstGeom prst="rect">
            <a:avLst/>
          </a:prstGeom>
        </p:spPr>
      </p:pic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293F73F5-6D78-C5FF-D715-0738C03F0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071686"/>
              </p:ext>
            </p:extLst>
          </p:nvPr>
        </p:nvGraphicFramePr>
        <p:xfrm>
          <a:off x="2023878" y="3488014"/>
          <a:ext cx="3963754" cy="1120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4753042" imgH="1343025" progId="Excel.Sheet.12">
                  <p:embed/>
                </p:oleObj>
              </mc:Choice>
              <mc:Fallback>
                <p:oleObj name="Worksheet" r:id="rId15" imgW="4753042" imgH="1343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23878" y="3488014"/>
                        <a:ext cx="3963754" cy="1120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20">
            <a:extLst>
              <a:ext uri="{FF2B5EF4-FFF2-40B4-BE49-F238E27FC236}">
                <a16:creationId xmlns:a16="http://schemas.microsoft.com/office/drawing/2014/main" id="{4A1E8577-3C6A-37BD-A1F8-7828F1F18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69698"/>
              </p:ext>
            </p:extLst>
          </p:nvPr>
        </p:nvGraphicFramePr>
        <p:xfrm>
          <a:off x="9370325" y="1365718"/>
          <a:ext cx="2581872" cy="103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3352902" imgH="1343025" progId="Excel.Sheet.12">
                  <p:embed/>
                </p:oleObj>
              </mc:Choice>
              <mc:Fallback>
                <p:oleObj name="Worksheet" r:id="rId17" imgW="3352902" imgH="1343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370325" y="1365718"/>
                        <a:ext cx="2581872" cy="103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5ED3BE8B-59F3-110C-7DAC-5ACD18FE4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969723"/>
              </p:ext>
            </p:extLst>
          </p:nvPr>
        </p:nvGraphicFramePr>
        <p:xfrm>
          <a:off x="9433822" y="4229972"/>
          <a:ext cx="2454878" cy="126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9" imgW="3352902" imgH="1723889" progId="Excel.Sheet.12">
                  <p:embed/>
                </p:oleObj>
              </mc:Choice>
              <mc:Fallback>
                <p:oleObj name="Worksheet" r:id="rId19" imgW="3352902" imgH="17238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433822" y="4229972"/>
                        <a:ext cx="2454878" cy="1262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24">
            <a:extLst>
              <a:ext uri="{FF2B5EF4-FFF2-40B4-BE49-F238E27FC236}">
                <a16:creationId xmlns:a16="http://schemas.microsoft.com/office/drawing/2014/main" id="{AC0CC0D6-2924-2F84-01EA-4EDA2B603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062136"/>
              </p:ext>
            </p:extLst>
          </p:nvPr>
        </p:nvGraphicFramePr>
        <p:xfrm>
          <a:off x="2563708" y="2597714"/>
          <a:ext cx="2512543" cy="72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1" imgW="3352902" imgH="962161" progId="Excel.Sheet.12">
                  <p:embed/>
                </p:oleObj>
              </mc:Choice>
              <mc:Fallback>
                <p:oleObj name="Worksheet" r:id="rId21" imgW="3352902" imgH="9621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63708" y="2597714"/>
                        <a:ext cx="2512543" cy="720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26">
            <a:extLst>
              <a:ext uri="{FF2B5EF4-FFF2-40B4-BE49-F238E27FC236}">
                <a16:creationId xmlns:a16="http://schemas.microsoft.com/office/drawing/2014/main" id="{8AD54FCD-BDD8-BE66-8538-596F15C17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390015"/>
              </p:ext>
            </p:extLst>
          </p:nvPr>
        </p:nvGraphicFramePr>
        <p:xfrm>
          <a:off x="1613921" y="4919967"/>
          <a:ext cx="3485700" cy="1683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3" imgW="4753042" imgH="2295389" progId="Excel.Sheet.12">
                  <p:embed/>
                </p:oleObj>
              </mc:Choice>
              <mc:Fallback>
                <p:oleObj name="Worksheet" r:id="rId23" imgW="4753042" imgH="2295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13921" y="4919967"/>
                        <a:ext cx="3485700" cy="1683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Imagen 30">
            <a:extLst>
              <a:ext uri="{FF2B5EF4-FFF2-40B4-BE49-F238E27FC236}">
                <a16:creationId xmlns:a16="http://schemas.microsoft.com/office/drawing/2014/main" id="{4C62235A-BF76-35C5-A0C2-986AAD1A3D03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r="1272"/>
          <a:stretch>
            <a:fillRect/>
          </a:stretch>
        </p:blipFill>
        <p:spPr>
          <a:xfrm>
            <a:off x="174327" y="5061373"/>
            <a:ext cx="420945" cy="767468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046AEA4D-8B40-1C7E-57A0-EEC0496F9B34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r="1272"/>
          <a:stretch>
            <a:fillRect/>
          </a:stretch>
        </p:blipFill>
        <p:spPr>
          <a:xfrm>
            <a:off x="693667" y="5061373"/>
            <a:ext cx="420945" cy="767468"/>
          </a:xfrm>
          <a:prstGeom prst="rect">
            <a:avLst/>
          </a:prstGeom>
        </p:spPr>
      </p:pic>
      <p:pic>
        <p:nvPicPr>
          <p:cNvPr id="1054" name="Picture 30" descr="RGB LED Module Common Cathode - Sastron Limited">
            <a:extLst>
              <a:ext uri="{FF2B5EF4-FFF2-40B4-BE49-F238E27FC236}">
                <a16:creationId xmlns:a16="http://schemas.microsoft.com/office/drawing/2014/main" id="{B2845D59-E8B5-D3F5-6952-FA5A2974A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514" y="3447444"/>
            <a:ext cx="1409680" cy="57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" name="Objeto 35">
            <a:extLst>
              <a:ext uri="{FF2B5EF4-FFF2-40B4-BE49-F238E27FC236}">
                <a16:creationId xmlns:a16="http://schemas.microsoft.com/office/drawing/2014/main" id="{0FC27515-6006-67AE-6CC7-DB637AA50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85241"/>
              </p:ext>
            </p:extLst>
          </p:nvPr>
        </p:nvGraphicFramePr>
        <p:xfrm>
          <a:off x="6239939" y="2614472"/>
          <a:ext cx="2682804" cy="75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7" imgW="4753042" imgH="1343025" progId="Excel.Sheet.12">
                  <p:embed/>
                </p:oleObj>
              </mc:Choice>
              <mc:Fallback>
                <p:oleObj name="Worksheet" r:id="rId27" imgW="4753042" imgH="1343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39939" y="2614472"/>
                        <a:ext cx="2682804" cy="758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to 37">
            <a:extLst>
              <a:ext uri="{FF2B5EF4-FFF2-40B4-BE49-F238E27FC236}">
                <a16:creationId xmlns:a16="http://schemas.microsoft.com/office/drawing/2014/main" id="{42EDD569-AFA0-95FB-00CE-79F08E921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001148"/>
              </p:ext>
            </p:extLst>
          </p:nvPr>
        </p:nvGraphicFramePr>
        <p:xfrm>
          <a:off x="6732354" y="4075531"/>
          <a:ext cx="1549317" cy="717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9" imgW="2076520" imgH="962161" progId="Excel.Sheet.12">
                  <p:embed/>
                </p:oleObj>
              </mc:Choice>
              <mc:Fallback>
                <p:oleObj name="Worksheet" r:id="rId29" imgW="2076520" imgH="9621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732354" y="4075531"/>
                        <a:ext cx="1549317" cy="717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Imagen 39">
            <a:extLst>
              <a:ext uri="{FF2B5EF4-FFF2-40B4-BE49-F238E27FC236}">
                <a16:creationId xmlns:a16="http://schemas.microsoft.com/office/drawing/2014/main" id="{9949513E-7BD8-9B08-8A26-B8A4BE04751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57475" y="4919967"/>
            <a:ext cx="3177162" cy="17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16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</Words>
  <Application>Microsoft Office PowerPoint</Application>
  <PresentationFormat>Panorámica</PresentationFormat>
  <Paragraphs>1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Hoja de cálculo de Microsoft Excel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J. Cabroc</dc:creator>
  <cp:lastModifiedBy>J. Cabroc</cp:lastModifiedBy>
  <cp:revision>1</cp:revision>
  <dcterms:created xsi:type="dcterms:W3CDTF">2026-01-25T21:08:33Z</dcterms:created>
  <dcterms:modified xsi:type="dcterms:W3CDTF">2026-01-25T21:49:35Z</dcterms:modified>
</cp:coreProperties>
</file>